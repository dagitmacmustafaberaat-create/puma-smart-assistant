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67" autoAdjust="0"/>
  </p:normalViewPr>
  <p:slideViewPr>
    <p:cSldViewPr snapToGrid="0">
      <p:cViewPr varScale="1">
        <p:scale>
          <a:sx n="103" d="100"/>
          <a:sy n="103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7B0139-0317-0DDD-AE3E-99B9FF58F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A614BAA-20C9-C8B7-EC9F-A8276F1ED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7013F72-3A45-4D87-A687-66E5AF6C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8AE110F-6E50-FB7E-A9D8-C766BAF5E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5DA989D-4A7F-7792-8DCC-F50D8D83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941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AAD6FB-C611-C39E-ACCB-CA3706DD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D346B9-F5C0-2FF6-88C7-886FEE920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1E9AD7-569C-9C6D-5274-F894991B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0CFDF9-70C3-2B18-FEE1-B53D4293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E69029-1C2F-D1B8-23F4-10CD2E9C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70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013A32-E906-E5F1-05F9-93F62455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C5FE7E3-2751-7E4D-BFF9-AE8EF87E9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EB57E9B-62CF-AD05-6814-9EB74447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CBEAF42-DAA6-F33C-9C78-7B75A797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E351C77-3182-4AD2-CF50-892EC71B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63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C22A4B-56C4-68FD-31A8-9A03DD52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E4B9583-0E49-9B66-5EFB-3F2802012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D23F8C4-2762-DBA7-5100-BFDDD2B8C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2172B1D-FDA8-E146-D99B-A633E95E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4FE1226-F5DB-B0DE-AC58-245D5D15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0BB8857-6117-2B56-CC5C-DFED6601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956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E027B1-0608-39EB-D34E-63E53B082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A176FC7-F30E-E345-7545-A3C529776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FBD6691-35FE-F358-2222-ED1ACC86B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B5C3966E-9813-3771-613F-7FB301E85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D6ADDE6-1249-C9D1-FFBA-9E059E39E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462272C-9213-A6EE-9B34-474112FC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BED2974-93FD-AD92-8FB6-6AA37E44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A59FA46-B392-5E58-C7AE-8769A16D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341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9FC75F-DE86-5F81-DD0D-1A4FAC03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D4EF595-E76C-C486-CEB4-17078DC8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AF17618-EF31-6E07-5A35-5AF5CEC5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66D2ECC-556F-547D-BE97-BA54F841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195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07596E97-16C7-4A78-ACFC-0D42FC59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689ED65-FB7B-B1D2-06EC-0CE87810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980BC0A-4FD1-34FA-AF09-A3E2EAC2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27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EC8613-CD47-E807-D573-C2C58B7D6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A819A8-FC48-5EE6-F4AD-4BA20157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7AA218C-0ACB-A6DA-F7B3-55348E09A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524C4D7-5228-D2A6-7495-54C31947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58E46E2-079F-9835-A3E0-13B64850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CB34A59-C495-CE2F-65AE-8A639400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271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226EDC-3C66-D844-FFB6-CA901A89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9A1E059-F9C9-327B-8DF7-58543B92C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D6DB4EA-4E8A-F134-D964-060FF351C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781708F-1FAD-55A5-E8B5-66AF744E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AF62B4F-99F1-DAFB-84A5-AC2B2A16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C536912-6D49-6800-BA79-B95ED7FD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326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BA902E-39C1-1864-536B-B3E06DF7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3416FB3-7CE5-208D-C8F3-AD8E30760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40983D2-29A3-74A6-A613-9682A495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C4C7FBD-5512-B048-530D-C4A862E2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FFEFCB-DFBB-591F-B67F-85AE840F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833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8073DA1-6CAC-6FA3-BB45-170977D3C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70508B4-00A3-E33F-B66C-AF5B5A899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B5564EE-AB48-4428-06B3-714680AB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120F1C4-2A98-C46C-61FA-79BCC070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BBEB7C5-40E3-D39C-19B4-AC0CF909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075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FD536DD-584A-CD0F-51E7-E686BD2F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E58D032-8795-DDC8-7527-C8B8F884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18F97E-CD2E-6D71-6FD2-09ED4482D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6345A-68F9-4038-BE13-0DB8CA0D84BC}" type="datetimeFigureOut">
              <a:rPr lang="tr-TR" smtClean="0"/>
              <a:t>7.04.2025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1F837D-8A7A-EAA9-3103-7D1BB3C08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C5B934C-7233-254F-CE0E-D28BD73FD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D77A2-3627-481B-8C6E-6BA15DA63D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948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522711-A9A2-9B2A-293F-24B5B7C1C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1. MÜŞTERİ TİPLERİ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9689A3E-0566-4EBF-A4DB-4B9E1923F7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7091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576CCC-6367-2DAD-C60F-96530DC9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7E33DCD-DDAF-EA0C-DEFF-81CD2CBAD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872010" cy="4351338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149BFA5-1ECF-A591-6DD7-A8C9DC735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0" y="1690688"/>
            <a:ext cx="49911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21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32ABCCA-47FA-3116-BAAD-B00B0F40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D26D6411-A029-6973-9D61-D56ED84E4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991100" cy="3992033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33D4ADE4-5CDF-6B57-1AD9-7ADD755A2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2" y="1690687"/>
            <a:ext cx="4991100" cy="399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9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1042886-02A2-510D-0513-87DD30B7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80B4426-2171-EE39-97FE-5FF762E6C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4991100" cy="4097867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DED7007-ABE6-94CA-F196-DAF8C46D8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0" y="1690688"/>
            <a:ext cx="4991100" cy="409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04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7E76D9-EF48-B14B-BB7C-9558CA1C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4479E9D-049F-FACE-1A7B-99F3901ED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651157" cy="4351338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B24573E-7459-D3A6-68DC-B6EB777F1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0" y="1690688"/>
            <a:ext cx="49911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47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BC206C-75C9-04C3-90FA-DB15EC9C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3415"/>
            <a:ext cx="10515600" cy="4119612"/>
          </a:xfrm>
        </p:spPr>
        <p:txBody>
          <a:bodyPr/>
          <a:lstStyle/>
          <a:p>
            <a:r>
              <a:rPr lang="tr-TR" dirty="0"/>
              <a:t>                         2. SATIŞ TEKNİKLERİ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4C3723-1885-77BA-A85C-1A8BFD6B3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847023"/>
            <a:ext cx="11065042" cy="5329940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 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33577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493183-DC38-B405-AD2E-37DE6A78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9" name="İçerik Yer Tutucusu 8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FFC932C-147C-34FA-4B9A-7951111E0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46" y="523136"/>
            <a:ext cx="4125227" cy="5523866"/>
          </a:xfrm>
        </p:spPr>
      </p:pic>
      <p:pic>
        <p:nvPicPr>
          <p:cNvPr id="11" name="Resim 10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0C7E2FB-8A9C-FB64-D9B2-6F622E750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20" y="518160"/>
            <a:ext cx="5019040" cy="552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50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27364D-1183-1811-DA35-6F7311DAA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C04D48E-14E5-B0D8-B54E-437A79290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30" y="731520"/>
            <a:ext cx="4440850" cy="5638800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049CE8A-188F-F5F7-0729-D94F2D675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802" y="731520"/>
            <a:ext cx="4784368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638634-8310-0561-449D-13DB0B8B8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B6441ED-3AFE-3ADF-6596-7EF08B4A0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" y="365125"/>
            <a:ext cx="4551680" cy="5676901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4C600F64-C15A-1FCF-3017-E17E09D54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5125"/>
            <a:ext cx="4773467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1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AF13DE-C44C-61CD-805D-4C7DD8C6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3A14E9D-6948-994C-D0ED-ED4E6D649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120" y="558800"/>
            <a:ext cx="5608320" cy="5638800"/>
          </a:xfrm>
        </p:spPr>
      </p:pic>
    </p:spTree>
    <p:extLst>
      <p:ext uri="{BB962C8B-B14F-4D97-AF65-F5344CB8AC3E}">
        <p14:creationId xmlns:p14="http://schemas.microsoft.com/office/powerpoint/2010/main" val="3993548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82243F-2E13-45B5-4D62-382B4B9BB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8715"/>
          </a:xfrm>
        </p:spPr>
        <p:txBody>
          <a:bodyPr/>
          <a:lstStyle/>
          <a:p>
            <a:r>
              <a:rPr lang="tr-TR" dirty="0"/>
              <a:t>                           3.ŞİKAYET YÖNETİMİ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7CBF2D-4470-2AF4-13EC-E65C0947E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9318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CAE7AC-E597-07A4-A84D-9835101A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2E8E555-1612-FA17-02B3-27E72807B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0" y="944880"/>
            <a:ext cx="7741920" cy="5086297"/>
          </a:xfrm>
        </p:spPr>
      </p:pic>
    </p:spTree>
    <p:extLst>
      <p:ext uri="{BB962C8B-B14F-4D97-AF65-F5344CB8AC3E}">
        <p14:creationId xmlns:p14="http://schemas.microsoft.com/office/powerpoint/2010/main" val="2228019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FE447B-FB64-9118-FD12-E07A239C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F4604C13-E5EE-924C-631B-F9E49482C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491383"/>
            <a:ext cx="4728634" cy="5863167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EB9EF8E-06A5-7558-6FFB-6023226DE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687" y="491383"/>
            <a:ext cx="4931833" cy="58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5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2B2832-C07D-4B55-0B0E-CD6F6CB2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21" name="İçerik Yer Tutucusu 20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44FB8EFE-C448-01B2-52DE-C5AAF4C7D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80" y="1690688"/>
            <a:ext cx="8199120" cy="4212220"/>
          </a:xfrm>
        </p:spPr>
      </p:pic>
    </p:spTree>
    <p:extLst>
      <p:ext uri="{BB962C8B-B14F-4D97-AF65-F5344CB8AC3E}">
        <p14:creationId xmlns:p14="http://schemas.microsoft.com/office/powerpoint/2010/main" val="2612618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80E474-71FF-E109-D2A0-6B359CEC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0B0713A-E0C6-76C1-16F6-022426990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289931"/>
            <a:ext cx="4991100" cy="2972170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0D21E898-BB96-C731-F778-A1EE021F3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89932"/>
            <a:ext cx="5232400" cy="2972170"/>
          </a:xfrm>
          <a:prstGeom prst="rect">
            <a:avLst/>
          </a:prstGeom>
        </p:spPr>
      </p:pic>
      <p:pic>
        <p:nvPicPr>
          <p:cNvPr id="9" name="Resim 8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B68194F1-B3AA-0ABF-D4FC-006040883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3651515"/>
            <a:ext cx="4991100" cy="3014133"/>
          </a:xfrm>
          <a:prstGeom prst="rect">
            <a:avLst/>
          </a:prstGeom>
        </p:spPr>
      </p:pic>
      <p:pic>
        <p:nvPicPr>
          <p:cNvPr id="11" name="Resim 10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EAE1DAA3-1AA0-2D42-50AE-14A9D5CD35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651515"/>
            <a:ext cx="5232400" cy="301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12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B7E13D-DEB8-F509-D35F-07E68FA5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 </a:t>
            </a:r>
          </a:p>
        </p:txBody>
      </p:sp>
      <p:pic>
        <p:nvPicPr>
          <p:cNvPr id="5" name="İçerik Yer Tutucusu 4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BD81DA5-9D2E-A135-3716-9E4A83182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" y="365125"/>
            <a:ext cx="4991100" cy="3063875"/>
          </a:xfrm>
        </p:spPr>
      </p:pic>
      <p:pic>
        <p:nvPicPr>
          <p:cNvPr id="7" name="Resim 6" descr="metin, ekran görüntüsü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2F24CAEF-0FF4-F792-7EC2-782CE1E96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0" y="342900"/>
            <a:ext cx="49911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4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</Words>
  <Application>Microsoft Office PowerPoint</Application>
  <PresentationFormat>Geniş ekran</PresentationFormat>
  <Paragraphs>22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Teması</vt:lpstr>
      <vt:lpstr>1. MÜŞTERİ TİPLERİ</vt:lpstr>
      <vt:lpstr> </vt:lpstr>
      <vt:lpstr> </vt:lpstr>
      <vt:lpstr> </vt:lpstr>
      <vt:lpstr> </vt:lpstr>
      <vt:lpstr>                         2. SATIŞ TEKNİKLERİ</vt:lpstr>
      <vt:lpstr> </vt:lpstr>
      <vt:lpstr> </vt:lpstr>
      <vt:lpstr> </vt:lpstr>
      <vt:lpstr> </vt:lpstr>
      <vt:lpstr>                           3.ŞİKAYET YÖNETİMİ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Çağlar Anlı</dc:creator>
  <cp:lastModifiedBy>Mahsun Baygün</cp:lastModifiedBy>
  <cp:revision>2</cp:revision>
  <dcterms:created xsi:type="dcterms:W3CDTF">2025-04-06T12:17:55Z</dcterms:created>
  <dcterms:modified xsi:type="dcterms:W3CDTF">2025-04-07T07:11:54Z</dcterms:modified>
</cp:coreProperties>
</file>