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5" r:id="rId1"/>
  </p:sldMasterIdLst>
  <p:sldIdLst>
    <p:sldId id="256" r:id="rId2"/>
    <p:sldId id="257" r:id="rId3"/>
    <p:sldId id="267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09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3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641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594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ölüm Üst Bilgisi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2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153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81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09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00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309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5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651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84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101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951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49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688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059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757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099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140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968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52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95053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0980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37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459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DE51B825-1D6F-4A6D-A6AD-C5CFB7A900B8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3295EA60-0AF7-4AA6-93AF-6236A703B1D5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539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  <p:sldLayoutId id="2147484008" r:id="rId13"/>
    <p:sldLayoutId id="2147484009" r:id="rId14"/>
    <p:sldLayoutId id="2147484010" r:id="rId15"/>
    <p:sldLayoutId id="2147484011" r:id="rId16"/>
    <p:sldLayoutId id="2147484012" r:id="rId17"/>
    <p:sldLayoutId id="2147484013" r:id="rId18"/>
    <p:sldLayoutId id="2147484014" r:id="rId19"/>
    <p:sldLayoutId id="2147484015" r:id="rId20"/>
    <p:sldLayoutId id="2147484016" r:id="rId21"/>
    <p:sldLayoutId id="2147484017" r:id="rId22"/>
    <p:sldLayoutId id="2147484018" r:id="rId23"/>
    <p:sldLayoutId id="2147484019" r:id="rId24"/>
    <p:sldLayoutId id="2147484020" r:id="rId25"/>
    <p:sldLayoutId id="2147484021" r:id="rId26"/>
    <p:sldLayoutId id="2147484022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39CBA1-BB8E-375F-81D0-3228F75C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>
            <a:normAutofit/>
          </a:bodyPr>
          <a:lstStyle/>
          <a:p>
            <a:pPr algn="ctr"/>
            <a:r>
              <a:rPr lang="tr-TR" sz="6000" dirty="0"/>
              <a:t>Buyaka puma </a:t>
            </a:r>
            <a:br>
              <a:rPr lang="tr-TR" sz="6000" dirty="0"/>
            </a:br>
            <a:r>
              <a:rPr lang="tr-TR" sz="6000" dirty="0"/>
              <a:t>Stok kontrol &amp; eğitim asistanı </a:t>
            </a:r>
            <a:endParaRPr lang="en-US" sz="60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5F0CDAB-995F-DC72-9986-C7B485A27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280" y="1605280"/>
            <a:ext cx="6685280" cy="365760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5606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833AD4-8332-F2D4-1776-2E0C8D83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0" y="1939144"/>
            <a:ext cx="4479107" cy="1351626"/>
          </a:xfrm>
        </p:spPr>
        <p:txBody>
          <a:bodyPr/>
          <a:lstStyle/>
          <a:p>
            <a:pPr algn="ctr"/>
            <a:r>
              <a:rPr lang="tr-TR" dirty="0"/>
              <a:t>ANA EKRAN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2A59D37-563A-1F31-C089-99196EF413ED}"/>
              </a:ext>
            </a:extLst>
          </p:cNvPr>
          <p:cNvSpPr txBox="1"/>
          <p:nvPr/>
        </p:nvSpPr>
        <p:spPr>
          <a:xfrm>
            <a:off x="245805" y="2828654"/>
            <a:ext cx="46264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Mağaza Durumu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Kategori &amp; Stok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Ürün Sorgulama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Günlük Görevler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 err="1"/>
              <a:t>Sd</a:t>
            </a:r>
            <a:r>
              <a:rPr lang="tr-TR" dirty="0"/>
              <a:t> Karne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Çalışma Programı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dirty="0"/>
              <a:t>Eğitim Merkezi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8E1DCF4-6D79-3942-3D37-D55E4FA4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077" y="1612490"/>
            <a:ext cx="6735098" cy="3628104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9949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B8AEA-3B4C-AD57-BC80-BCFB9009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5603B7-5F7F-129C-45E0-0CC52F3F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55" y="2676563"/>
            <a:ext cx="4479107" cy="1351626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Mağaza durumu &amp; kategori &amp; stok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7BD5A91-269C-F835-5AEF-3407EB163E31}"/>
              </a:ext>
            </a:extLst>
          </p:cNvPr>
          <p:cNvSpPr txBox="1"/>
          <p:nvPr/>
        </p:nvSpPr>
        <p:spPr>
          <a:xfrm>
            <a:off x="245805" y="5473532"/>
            <a:ext cx="11012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Mağazamızın aylık &amp; günlük hedef, gerçekleşen verilerini kapsamaktadır.</a:t>
            </a:r>
          </a:p>
          <a:p>
            <a:r>
              <a:rPr lang="tr-TR" dirty="0"/>
              <a:t>Kategori ve Stok butonunda ise 2025 / 2026 yılı karşılaştırması bulunmaktadır. Her iki ekranda ise güncel yorumlar mevcut olup ekip arkadaşlarımıza nereye </a:t>
            </a:r>
            <a:r>
              <a:rPr lang="tr-TR" dirty="0" err="1"/>
              <a:t>focuslanmamız</a:t>
            </a:r>
            <a:r>
              <a:rPr lang="tr-TR" dirty="0"/>
              <a:t> gerektiği belirtilmektedir.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426B002-4CB0-12F2-B6A7-7E3871C42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824" y="1590367"/>
            <a:ext cx="3424048" cy="3677265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B5AFF457-4A2A-FE78-9A21-59E2E7BE2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361" y="1602928"/>
            <a:ext cx="3216439" cy="3664704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8851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F12A20-95E3-BB1E-896B-3EB504D3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3" y="1898100"/>
            <a:ext cx="4479107" cy="1752946"/>
          </a:xfrm>
        </p:spPr>
        <p:txBody>
          <a:bodyPr/>
          <a:lstStyle/>
          <a:p>
            <a:pPr algn="ctr"/>
            <a:r>
              <a:rPr lang="tr-TR" dirty="0"/>
              <a:t>Ürün sorgulama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6C18229-9B7C-717F-92A3-6931774FC9C8}"/>
              </a:ext>
            </a:extLst>
          </p:cNvPr>
          <p:cNvSpPr txBox="1"/>
          <p:nvPr/>
        </p:nvSpPr>
        <p:spPr>
          <a:xfrm>
            <a:off x="423670" y="3838841"/>
            <a:ext cx="4479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İlgili ekran üzerinde Ürün Adı, Ürün Kodu, Kategori ve Beden seçimi yapılarak sorgulama yapılmaktadır.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8ACD727-7EC4-C40D-9B22-090B5240C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1656081"/>
            <a:ext cx="6685280" cy="357632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7960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C018-B37A-9B85-B1A3-704CBA5E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84F803-1F40-2E96-E79D-8F29AFB1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788" y="277621"/>
            <a:ext cx="4479107" cy="978310"/>
          </a:xfrm>
        </p:spPr>
        <p:txBody>
          <a:bodyPr>
            <a:normAutofit/>
          </a:bodyPr>
          <a:lstStyle/>
          <a:p>
            <a:pPr algn="ctr"/>
            <a:r>
              <a:rPr lang="tr-TR" sz="4400" dirty="0"/>
              <a:t>Ürün sorgulama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830AE09-2FE7-CDBE-1B36-0844DA9FEA6A}"/>
              </a:ext>
            </a:extLst>
          </p:cNvPr>
          <p:cNvSpPr txBox="1"/>
          <p:nvPr/>
        </p:nvSpPr>
        <p:spPr>
          <a:xfrm>
            <a:off x="41838" y="5473005"/>
            <a:ext cx="97919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/>
              <a:t>Sorgulama yapılan ürünlerin;</a:t>
            </a:r>
          </a:p>
          <a:p>
            <a:r>
              <a:rPr lang="tr-TR" sz="1400" b="1" dirty="0"/>
              <a:t>Ürün Kodu, Barkodu, Kategorisi, Cinsiyeti, Sezonu ve Numara bazlı tüm stokları alt alta sıralanmaktadır.</a:t>
            </a:r>
          </a:p>
          <a:p>
            <a:r>
              <a:rPr lang="tr-TR" sz="1400" dirty="0"/>
              <a:t>Görselde ki gibi Ürün Adı ile sorgulama yapıldığında </a:t>
            </a:r>
            <a:r>
              <a:rPr lang="tr-TR" sz="1400" dirty="0" err="1"/>
              <a:t>Speedcat</a:t>
            </a:r>
            <a:r>
              <a:rPr lang="tr-TR" sz="1400" dirty="0"/>
              <a:t> modeline ait tüm renkler alt alta sıralanmaktadır. </a:t>
            </a:r>
          </a:p>
          <a:p>
            <a:r>
              <a:rPr lang="tr-TR" sz="1400" dirty="0"/>
              <a:t>Bu sistem ile satış ekipleri talep edilen ürünün hangi renklerinde de numaranın mevcut olup olmadığını kontrol edebilmektedir.</a:t>
            </a:r>
          </a:p>
          <a:p>
            <a:r>
              <a:rPr lang="tr-TR" sz="1400" dirty="0"/>
              <a:t>Kritik stok turuncu, adetli stok ise yeşil renk ile gösterilmektedir.</a:t>
            </a:r>
          </a:p>
          <a:p>
            <a:endParaRPr lang="tr-TR" sz="14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1DC57AC0-8B25-A915-8B85-E7F65280D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3" y="1635849"/>
            <a:ext cx="3906184" cy="3586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2E37D6EC-1147-F8F0-D6AD-CB45BA88B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8" y="1635849"/>
            <a:ext cx="3826787" cy="353132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CF2D9E7-B6A3-F463-7C59-F257B3DF4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788" y="1635849"/>
            <a:ext cx="4201152" cy="3586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73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B251-6C00-6329-3C4E-A82BF422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6322FA-FB4A-99C1-1D20-8FA657FD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3" y="1898100"/>
            <a:ext cx="4479107" cy="1752946"/>
          </a:xfrm>
        </p:spPr>
        <p:txBody>
          <a:bodyPr/>
          <a:lstStyle/>
          <a:p>
            <a:pPr algn="ctr"/>
            <a:r>
              <a:rPr lang="tr-TR" dirty="0"/>
              <a:t>Eğitim</a:t>
            </a:r>
            <a:br>
              <a:rPr lang="tr-TR" dirty="0"/>
            </a:br>
            <a:r>
              <a:rPr lang="tr-TR" dirty="0"/>
              <a:t>merkezi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8602B92-2B2B-192F-E5A3-F044D9C52131}"/>
              </a:ext>
            </a:extLst>
          </p:cNvPr>
          <p:cNvSpPr txBox="1"/>
          <p:nvPr/>
        </p:nvSpPr>
        <p:spPr>
          <a:xfrm>
            <a:off x="423670" y="3838841"/>
            <a:ext cx="447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İlgili ekran üzerinde; Aylık Eğitim Takvimine ait tüm </a:t>
            </a:r>
            <a:r>
              <a:rPr lang="tr-TR" dirty="0" err="1"/>
              <a:t>dökümanlara</a:t>
            </a:r>
            <a:r>
              <a:rPr lang="tr-TR" dirty="0"/>
              <a:t> ulaşılmaktadır.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1AC4694-2136-B3EC-214B-355D01018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1661653"/>
            <a:ext cx="6685935" cy="35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4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346F-482E-6B47-C162-0B95DA0B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DB560A-BE4C-0512-5AC8-CDFA3A9F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012" y="127820"/>
            <a:ext cx="4479107" cy="996336"/>
          </a:xfrm>
        </p:spPr>
        <p:txBody>
          <a:bodyPr>
            <a:noAutofit/>
          </a:bodyPr>
          <a:lstStyle/>
          <a:p>
            <a:pPr algn="ctr"/>
            <a:r>
              <a:rPr lang="tr-TR" sz="4000" dirty="0"/>
              <a:t>Eğitim merkezi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CC1F079-2BE4-02F1-E5E3-61A7D4BEA277}"/>
              </a:ext>
            </a:extLst>
          </p:cNvPr>
          <p:cNvSpPr txBox="1"/>
          <p:nvPr/>
        </p:nvSpPr>
        <p:spPr>
          <a:xfrm>
            <a:off x="246689" y="5618480"/>
            <a:ext cx="118469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Aylık Eğitim Takviminde gün gün atanan eğitimler görselde ki gibi başlangıç ekranında karşımıza çıkmaktadır.</a:t>
            </a:r>
          </a:p>
          <a:p>
            <a:pPr algn="ctr"/>
            <a:r>
              <a:rPr lang="tr-TR" sz="1400" dirty="0" err="1"/>
              <a:t>Dökümanı</a:t>
            </a:r>
            <a:r>
              <a:rPr lang="tr-TR" sz="1400" dirty="0"/>
              <a:t> aç butonuna tıkladığımızda Ürün Teknolojileri, </a:t>
            </a:r>
            <a:r>
              <a:rPr lang="tr-TR" sz="1400" dirty="0" err="1"/>
              <a:t>Vm</a:t>
            </a:r>
            <a:r>
              <a:rPr lang="tr-TR" sz="1400" dirty="0"/>
              <a:t> Kuralları ve Satış Teknikleri üzerine ait pdf </a:t>
            </a:r>
            <a:r>
              <a:rPr lang="tr-TR" sz="1400" dirty="0" err="1"/>
              <a:t>dökümanlarına</a:t>
            </a:r>
            <a:r>
              <a:rPr lang="tr-TR" sz="1400" dirty="0"/>
              <a:t> ulaşılabilmektedir.</a:t>
            </a:r>
          </a:p>
          <a:p>
            <a:pPr algn="ctr"/>
            <a:r>
              <a:rPr lang="tr-TR" sz="1400" dirty="0"/>
              <a:t>Ürün Teknolojileri butonunda mağazalarımızda bulunan Ürün Teknoloji Kartları eğitim </a:t>
            </a:r>
            <a:r>
              <a:rPr lang="tr-TR" sz="1400" dirty="0" err="1"/>
              <a:t>dökümanı</a:t>
            </a:r>
            <a:r>
              <a:rPr lang="tr-TR" sz="1400" dirty="0"/>
              <a:t> bulunmaktadır. Sayfa ilk açıldığında Page3 ekranı çıkmaktadır. İlgili eğitimin konu başlığına tıkladığımızda bulunduğu sayfaya yönlendirme yapmaktadır.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FCC97E1-C3AA-DFAE-0518-262D7473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1" y="1686986"/>
            <a:ext cx="11385755" cy="3465117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4671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47AF4-F6AF-743B-420F-6A154017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75F139-BFF5-F26F-BA04-AACEA18D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3" y="1898100"/>
            <a:ext cx="4479107" cy="1752946"/>
          </a:xfrm>
        </p:spPr>
        <p:txBody>
          <a:bodyPr/>
          <a:lstStyle/>
          <a:p>
            <a:pPr algn="ctr"/>
            <a:r>
              <a:rPr lang="tr-TR" dirty="0"/>
              <a:t>GÜNLÜK GÖREVLER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6364DF8-88AB-FCA9-27F3-9B8925C6822E}"/>
              </a:ext>
            </a:extLst>
          </p:cNvPr>
          <p:cNvSpPr txBox="1"/>
          <p:nvPr/>
        </p:nvSpPr>
        <p:spPr>
          <a:xfrm>
            <a:off x="521993" y="3651046"/>
            <a:ext cx="4479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İlgili ekran üzerinde; günlük belirlenen görevlerin ekip arkadaşlarımız tarafından eksiksiz tamamlanması talep edilmektedir.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5918A81-BBAD-7496-0BA0-2660335DB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13" y="1612490"/>
            <a:ext cx="6676104" cy="3677265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41348DFB-BBDB-BCF4-6422-6F44A60612E1}"/>
              </a:ext>
            </a:extLst>
          </p:cNvPr>
          <p:cNvSpPr txBox="1"/>
          <p:nvPr/>
        </p:nvSpPr>
        <p:spPr>
          <a:xfrm>
            <a:off x="223520" y="5608319"/>
            <a:ext cx="116735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Her sabah açılış ekibinde bulunan ekip arkadaşlarımızın düzenli olarak açılış prosedürlerini, satışa hazırlığı ve </a:t>
            </a:r>
            <a:r>
              <a:rPr lang="tr-TR" sz="1600" dirty="0" err="1"/>
              <a:t>Vm</a:t>
            </a:r>
            <a:r>
              <a:rPr lang="tr-TR" sz="1600" dirty="0"/>
              <a:t> standartlarını kapsayan 14 maddelik günlük görevlerini tamamlaması gerekmektedir.</a:t>
            </a:r>
          </a:p>
          <a:p>
            <a:r>
              <a:rPr lang="tr-TR" sz="1600" dirty="0"/>
              <a:t>Kaydedilen her görev mağaza müdürü mailine otomatik iletilmekte ve takibi yapılmaktadır.</a:t>
            </a:r>
          </a:p>
        </p:txBody>
      </p:sp>
    </p:spTree>
    <p:extLst>
      <p:ext uri="{BB962C8B-B14F-4D97-AF65-F5344CB8AC3E}">
        <p14:creationId xmlns:p14="http://schemas.microsoft.com/office/powerpoint/2010/main" val="129726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A3C3-D974-6443-588A-B209D7B1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AC690E-3B17-0B98-19CD-150C2D86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3" y="1898100"/>
            <a:ext cx="4479107" cy="1752946"/>
          </a:xfrm>
        </p:spPr>
        <p:txBody>
          <a:bodyPr/>
          <a:lstStyle/>
          <a:p>
            <a:pPr algn="ctr"/>
            <a:r>
              <a:rPr lang="tr-TR" dirty="0"/>
              <a:t>ÇALIŞMA PROGRAMI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E5755F3-05F3-1DCD-9FE0-887FF9D02F7D}"/>
              </a:ext>
            </a:extLst>
          </p:cNvPr>
          <p:cNvSpPr txBox="1"/>
          <p:nvPr/>
        </p:nvSpPr>
        <p:spPr>
          <a:xfrm>
            <a:off x="521993" y="3651046"/>
            <a:ext cx="447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İlgili ekran üzerinde; personeller haftalık çalışma programlarını takip edebilmektedir.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D383E4A-5E4F-E359-922A-94377A94A5B2}"/>
              </a:ext>
            </a:extLst>
          </p:cNvPr>
          <p:cNvSpPr txBox="1"/>
          <p:nvPr/>
        </p:nvSpPr>
        <p:spPr>
          <a:xfrm>
            <a:off x="223520" y="5608319"/>
            <a:ext cx="11673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Ekip arkadaşlarımızın </a:t>
            </a:r>
            <a:r>
              <a:rPr lang="tr-TR" sz="1600" dirty="0" err="1"/>
              <a:t>İsteHR</a:t>
            </a:r>
            <a:r>
              <a:rPr lang="tr-TR" sz="1600" dirty="0"/>
              <a:t> uygulaması dışında haftalık çalışma programlarını takip edebilecekleri bir portaldır. </a:t>
            </a:r>
          </a:p>
          <a:p>
            <a:r>
              <a:rPr lang="tr-TR" sz="1600" dirty="0"/>
              <a:t>Mağaza ekibi </a:t>
            </a:r>
            <a:r>
              <a:rPr lang="tr-TR" sz="1600" dirty="0" err="1"/>
              <a:t>Coach</a:t>
            </a:r>
            <a:r>
              <a:rPr lang="tr-TR" sz="1600" dirty="0"/>
              <a:t>, </a:t>
            </a:r>
            <a:r>
              <a:rPr lang="tr-TR" sz="1600" dirty="0" err="1"/>
              <a:t>Asst</a:t>
            </a:r>
            <a:r>
              <a:rPr lang="tr-TR" sz="1600" dirty="0"/>
              <a:t>. </a:t>
            </a:r>
            <a:r>
              <a:rPr lang="tr-TR" sz="1600" dirty="0" err="1"/>
              <a:t>Coach</a:t>
            </a:r>
            <a:r>
              <a:rPr lang="tr-TR" sz="1600" dirty="0"/>
              <a:t> &amp; </a:t>
            </a:r>
            <a:r>
              <a:rPr lang="tr-TR" sz="1600" dirty="0" err="1"/>
              <a:t>Runner</a:t>
            </a:r>
            <a:r>
              <a:rPr lang="tr-TR" sz="1600" dirty="0"/>
              <a:t> olmak üzere üçe ayrıştırılmış ve isimlerine tıkladıklarında çalışma programlarına ulaşabilmektedirler.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2F1A8B31-BC0E-5BE6-D981-9FD3F78D9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821" y="1654934"/>
            <a:ext cx="2687023" cy="354813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A254670-9A83-82F2-889E-387ADB0B7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1654935"/>
            <a:ext cx="3872868" cy="354813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882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8C21-08FF-67D9-9E66-22253738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45180D-6EAC-17FD-08BA-56A38E385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93" y="1898100"/>
            <a:ext cx="4479107" cy="1752946"/>
          </a:xfrm>
        </p:spPr>
        <p:txBody>
          <a:bodyPr/>
          <a:lstStyle/>
          <a:p>
            <a:pPr algn="ctr"/>
            <a:r>
              <a:rPr lang="tr-TR" dirty="0"/>
              <a:t>SD Karne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FCE7FFD-0DC9-C109-6B90-33A8B7162CB4}"/>
              </a:ext>
            </a:extLst>
          </p:cNvPr>
          <p:cNvSpPr txBox="1"/>
          <p:nvPr/>
        </p:nvSpPr>
        <p:spPr>
          <a:xfrm>
            <a:off x="521993" y="3651046"/>
            <a:ext cx="447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İlgili ekran üzerinde; personellerimizin aylık gidişat verilerine ulaşım sağlayabilirler.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EA8F59F-F3F7-E879-FD98-760EE98EF213}"/>
              </a:ext>
            </a:extLst>
          </p:cNvPr>
          <p:cNvSpPr txBox="1"/>
          <p:nvPr/>
        </p:nvSpPr>
        <p:spPr>
          <a:xfrm>
            <a:off x="223520" y="5608319"/>
            <a:ext cx="11673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Mağazalarımızda kullandığımız SD Karne tablosunu doğrudan uygulamanın içerisine dahil ederek personellerimiz anlık kontrol sağlayabilmektedir.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0FA3686-712A-3A6F-1757-AB4583594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13" y="1622323"/>
            <a:ext cx="6744930" cy="361827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21159390"/>
      </p:ext>
    </p:extLst>
  </p:cSld>
  <p:clrMapOvr>
    <a:masterClrMapping/>
  </p:clrMapOvr>
</p:sld>
</file>

<file path=ppt/theme/theme1.xml><?xml version="1.0" encoding="utf-8"?>
<a:theme xmlns:a="http://schemas.openxmlformats.org/drawingml/2006/main" name="Başyazı">
  <a:themeElements>
    <a:clrScheme name="Başyazı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162</TotalTime>
  <Words>366</Words>
  <Application>Microsoft Office PowerPoint</Application>
  <PresentationFormat>Geniş ekran</PresentationFormat>
  <Paragraphs>38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Aptos</vt:lpstr>
      <vt:lpstr>Arial</vt:lpstr>
      <vt:lpstr>Haettenschweiler</vt:lpstr>
      <vt:lpstr>Trade Gothic Next Light</vt:lpstr>
      <vt:lpstr>Başyazı</vt:lpstr>
      <vt:lpstr>Buyaka puma  Stok kontrol &amp; eğitim asistanı </vt:lpstr>
      <vt:lpstr>ANA EKRAN</vt:lpstr>
      <vt:lpstr>Mağaza durumu &amp; kategori &amp; stok</vt:lpstr>
      <vt:lpstr>Ürün sorgulama</vt:lpstr>
      <vt:lpstr>Ürün sorgulama</vt:lpstr>
      <vt:lpstr>Eğitim merkezi</vt:lpstr>
      <vt:lpstr>Eğitim merkezi</vt:lpstr>
      <vt:lpstr>GÜNLÜK GÖREVLER</vt:lpstr>
      <vt:lpstr>ÇALIŞMA PROGRAMI</vt:lpstr>
      <vt:lpstr>SD Karne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Berat Dağıtmaç</dc:creator>
  <cp:lastModifiedBy>Mustafa Berat Dağıtmaç</cp:lastModifiedBy>
  <cp:revision>3</cp:revision>
  <dcterms:created xsi:type="dcterms:W3CDTF">2026-10-12T08:32:34Z</dcterms:created>
  <dcterms:modified xsi:type="dcterms:W3CDTF">2026-10-19T16:28:44Z</dcterms:modified>
</cp:coreProperties>
</file>